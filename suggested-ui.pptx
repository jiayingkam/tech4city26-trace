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6DDC-1428-AEFE-4570-E6B2F3BA1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4C3EB-B36E-98D0-0E16-7915B3ED0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6294C-2906-C521-9B14-A72CD990B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14792-4FD5-99AF-2A8B-52936E83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65B1-C281-00F1-255B-3DC9CAAE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86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3834-9225-A283-29BD-A9F592B7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D65C3-4077-C26E-891D-73A9B95E9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A5FA3-13DF-A48E-3CC1-0D8E5D10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3C23-7A42-AA8C-3DAF-64D48F91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C3FA6-45CF-16CA-F6A4-4AF987A6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885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02E68-D291-8E58-4B42-F375A0E7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E42F4-71A6-206A-071E-199582B68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F05AB-0D6C-7298-CE03-7916C12E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45D4C-012C-C7FF-B900-933065A0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40443-AC84-10C2-1DE1-B44BDF82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86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7581-B02E-F4BB-CB0A-3A7632B8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24645-852F-DDA7-FE4D-5FCF96D4B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971FA-FBF1-48C5-F7E4-4FD0B6866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3E8E0-87C7-EDBF-9525-7CE538C4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DA5B0-AEEA-4D3C-98DF-3939FA27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4708D-66F7-D8B8-E7CC-CB14F8C4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23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110F-87FA-65CE-E021-E678D24D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243AA-1414-1BBC-0F5F-E14306DA3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656EC-C93D-FCA1-A0ED-227E8EC5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5E5A3-578F-3E92-0131-768B8E808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B358B-6BE8-EAB5-39B0-85CBA5332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715E3F-1802-D18B-F50C-A746EC853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C6F45-9FA5-FE23-E8DF-A9988BFA5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3436B-D7E1-4998-C630-252F9459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22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0023-AC9C-BDEC-64F5-FE45D97D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BE4335-6FB2-F884-F09E-6F6658D99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B785E-385D-2F03-7AD6-2C3B42F4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265D1-82C6-48CC-718B-14BAD1D3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02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0423C-744B-885D-D6CD-4574C648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EF815C-F82E-00C0-0A8D-3BD6283E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FE608-277E-E518-2FC8-906629B5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3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7892-8740-91F2-977C-C938ABDB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967F-00A3-F44F-86E1-47FE8EE7C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A321C-B2C1-5742-2858-E1A5EEBC7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02AF0-D9AE-3869-B598-257C16A1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CD519-F9C0-8462-0156-DFD1F369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CCB44-BDD6-EDEB-0E44-8409EAAA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47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6C22-2A75-10C9-836E-B488BE34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5A7EFE-8CB6-2585-81B8-3B7353802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5CD64-A232-1A43-30B5-C3734BC42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B4504-3C92-2DB9-81CF-D4BDF777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E2AF0-41FD-8A36-B332-DFC077C2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9EC85-FAA8-37DA-9C91-77834503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3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AB9A-3A0A-9A44-2E7A-9A51A034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87E5-DCAB-265C-094D-2DE617825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CABF3-BA94-4139-8C80-1ACDBE2B1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6206F-7E19-3F85-B301-9D163EE3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075B0-265D-8A46-3E84-1104BFA3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69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3D8C1-E317-E339-3F55-B2D5E7ECD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617BC-BABE-6D20-747F-E16FB89B8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1A728-1699-98F3-CF96-D70353F0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CCF6-0AC8-1876-8EC0-4EC0DE76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2E6D6-53B5-ABBF-F015-A3FFEED4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13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7F49-F214-A06A-3091-70E667F1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2EE5E-B5A8-A1DB-6188-DFDA89B5A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22FF-C968-2A24-BE1E-B9F51E78A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2834E-5377-0042-8B54-5B78335B5217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DD191-B45B-DE30-9952-BFC93A957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EB90-8E07-C6F8-49D0-E5F6D8A20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72A3E-D7B4-8C4F-B905-A13C36377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74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8A567D6E-31E9-9D6F-001B-3EEA2E871ED3}"/>
              </a:ext>
            </a:extLst>
          </p:cNvPr>
          <p:cNvSpPr txBox="1"/>
          <p:nvPr/>
        </p:nvSpPr>
        <p:spPr>
          <a:xfrm>
            <a:off x="2864696" y="251177"/>
            <a:ext cx="94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History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45857BF-5705-5582-6896-6D6A914AD7FC}"/>
              </a:ext>
            </a:extLst>
          </p:cNvPr>
          <p:cNvSpPr txBox="1"/>
          <p:nvPr/>
        </p:nvSpPr>
        <p:spPr>
          <a:xfrm>
            <a:off x="1362753" y="778553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All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34E9551-0B75-A905-301C-8B3DB3162A6D}"/>
              </a:ext>
            </a:extLst>
          </p:cNvPr>
          <p:cNvSpPr txBox="1"/>
          <p:nvPr/>
        </p:nvSpPr>
        <p:spPr>
          <a:xfrm>
            <a:off x="1989715" y="778554"/>
            <a:ext cx="821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Accepted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D05ABC8-1058-57D3-06E3-1F94FBBE3264}"/>
              </a:ext>
            </a:extLst>
          </p:cNvPr>
          <p:cNvSpPr txBox="1"/>
          <p:nvPr/>
        </p:nvSpPr>
        <p:spPr>
          <a:xfrm>
            <a:off x="3160372" y="778554"/>
            <a:ext cx="7754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Rejected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B09C49-3EE5-234B-05B8-F539F494CC16}"/>
              </a:ext>
            </a:extLst>
          </p:cNvPr>
          <p:cNvSpPr txBox="1"/>
          <p:nvPr/>
        </p:nvSpPr>
        <p:spPr>
          <a:xfrm>
            <a:off x="4276527" y="778553"/>
            <a:ext cx="1018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Quarantined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FC63F44-439D-8883-A1F5-77C843EB147C}"/>
              </a:ext>
            </a:extLst>
          </p:cNvPr>
          <p:cNvCxnSpPr>
            <a:cxnSpLocks/>
          </p:cNvCxnSpPr>
          <p:nvPr/>
        </p:nvCxnSpPr>
        <p:spPr>
          <a:xfrm>
            <a:off x="1126114" y="709301"/>
            <a:ext cx="44252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6862D8A-D515-05F5-6088-9440250CA204}"/>
              </a:ext>
            </a:extLst>
          </p:cNvPr>
          <p:cNvCxnSpPr>
            <a:cxnSpLocks/>
          </p:cNvCxnSpPr>
          <p:nvPr/>
        </p:nvCxnSpPr>
        <p:spPr>
          <a:xfrm>
            <a:off x="1114825" y="1079053"/>
            <a:ext cx="44252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55D0A16-77C2-4AA2-74FE-2761104EFC7B}"/>
              </a:ext>
            </a:extLst>
          </p:cNvPr>
          <p:cNvGrpSpPr/>
          <p:nvPr/>
        </p:nvGrpSpPr>
        <p:grpSpPr>
          <a:xfrm>
            <a:off x="1362753" y="1950228"/>
            <a:ext cx="3928534" cy="1074601"/>
            <a:chOff x="4131732" y="1240844"/>
            <a:chExt cx="3928534" cy="1074601"/>
          </a:xfrm>
        </p:grpSpPr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FB8A0F50-03D1-FCC6-2D21-AAD2ACA66720}"/>
                </a:ext>
              </a:extLst>
            </p:cNvPr>
            <p:cNvSpPr/>
            <p:nvPr/>
          </p:nvSpPr>
          <p:spPr>
            <a:xfrm>
              <a:off x="4131732" y="1240844"/>
              <a:ext cx="3928534" cy="107460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E7EFEB3-CAE6-9CD7-50B5-6962B0C9936A}"/>
                </a:ext>
              </a:extLst>
            </p:cNvPr>
            <p:cNvSpPr txBox="1"/>
            <p:nvPr/>
          </p:nvSpPr>
          <p:spPr>
            <a:xfrm>
              <a:off x="4154310" y="1268592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DD/MM/YYYY   </a:t>
              </a:r>
              <a:r>
                <a:rPr lang="en-SG" sz="1400" dirty="0" err="1"/>
                <a:t>hh:mm:ss</a:t>
              </a:r>
              <a:endParaRPr lang="en-GB" sz="1400" dirty="0"/>
            </a:p>
          </p:txBody>
        </p:sp>
        <p:pic>
          <p:nvPicPr>
            <p:cNvPr id="109" name="Graphic 108" descr="Image with solid fill">
              <a:extLst>
                <a:ext uri="{FF2B5EF4-FFF2-40B4-BE49-F238E27FC236}">
                  <a16:creationId xmlns:a16="http://schemas.microsoft.com/office/drawing/2014/main" id="{7FBA0323-B1FD-1720-82E0-AA75F33B51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47312" y="1288370"/>
              <a:ext cx="791439" cy="791439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A0EC978-D8C9-4DB7-E55F-96A8416CDCD2}"/>
                </a:ext>
              </a:extLst>
            </p:cNvPr>
            <p:cNvSpPr txBox="1"/>
            <p:nvPr/>
          </p:nvSpPr>
          <p:spPr>
            <a:xfrm>
              <a:off x="4156123" y="1483585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Accepted</a:t>
              </a:r>
              <a:endParaRPr lang="en-GB" sz="1400" dirty="0">
                <a:solidFill>
                  <a:srgbClr val="00B050"/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6DA2B83-0712-50DF-3B65-5478A5A79924}"/>
                </a:ext>
              </a:extLst>
            </p:cNvPr>
            <p:cNvSpPr txBox="1"/>
            <p:nvPr/>
          </p:nvSpPr>
          <p:spPr>
            <a:xfrm>
              <a:off x="4154310" y="1752270"/>
              <a:ext cx="2993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solidFill>
                    <a:schemeClr val="bg2">
                      <a:lumMod val="50000"/>
                    </a:schemeClr>
                  </a:solidFill>
                </a:rPr>
                <a:t>[Super short summary about this post]</a:t>
              </a:r>
              <a:endParaRPr lang="en-GB" sz="1400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3F9DA15-343F-6DD7-2006-23202385FAA3}"/>
              </a:ext>
            </a:extLst>
          </p:cNvPr>
          <p:cNvGrpSpPr/>
          <p:nvPr/>
        </p:nvGrpSpPr>
        <p:grpSpPr>
          <a:xfrm>
            <a:off x="1365956" y="3267570"/>
            <a:ext cx="3928534" cy="1074601"/>
            <a:chOff x="4131732" y="1240844"/>
            <a:chExt cx="3928534" cy="1074601"/>
          </a:xfrm>
        </p:grpSpPr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ECD394EA-89F2-FA71-B1CC-83DE71C1EB06}"/>
                </a:ext>
              </a:extLst>
            </p:cNvPr>
            <p:cNvSpPr/>
            <p:nvPr/>
          </p:nvSpPr>
          <p:spPr>
            <a:xfrm>
              <a:off x="4131732" y="1240844"/>
              <a:ext cx="3928534" cy="107460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9B56781-F6FA-357D-0A15-E8757475C356}"/>
                </a:ext>
              </a:extLst>
            </p:cNvPr>
            <p:cNvSpPr txBox="1"/>
            <p:nvPr/>
          </p:nvSpPr>
          <p:spPr>
            <a:xfrm>
              <a:off x="4154310" y="1268592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DD/MM/YYYY   </a:t>
              </a:r>
              <a:r>
                <a:rPr lang="en-SG" sz="1400" dirty="0" err="1"/>
                <a:t>hh:mm:ss</a:t>
              </a:r>
              <a:endParaRPr lang="en-GB" sz="1400" dirty="0"/>
            </a:p>
          </p:txBody>
        </p:sp>
        <p:pic>
          <p:nvPicPr>
            <p:cNvPr id="115" name="Graphic 114" descr="Image with solid fill">
              <a:extLst>
                <a:ext uri="{FF2B5EF4-FFF2-40B4-BE49-F238E27FC236}">
                  <a16:creationId xmlns:a16="http://schemas.microsoft.com/office/drawing/2014/main" id="{44A6C109-A250-586D-B126-1B98DD6BAD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47312" y="1288370"/>
              <a:ext cx="791439" cy="791439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0894BBF-CA17-DBAC-8CB3-459B493C7A15}"/>
                </a:ext>
              </a:extLst>
            </p:cNvPr>
            <p:cNvSpPr txBox="1"/>
            <p:nvPr/>
          </p:nvSpPr>
          <p:spPr>
            <a:xfrm>
              <a:off x="4156123" y="1483585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Rejected</a:t>
              </a:r>
              <a:endParaRPr lang="en-GB" sz="1400" dirty="0">
                <a:solidFill>
                  <a:srgbClr val="C00000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E01D17B-DF29-C8BF-C601-C970D2A42B0B}"/>
                </a:ext>
              </a:extLst>
            </p:cNvPr>
            <p:cNvSpPr txBox="1"/>
            <p:nvPr/>
          </p:nvSpPr>
          <p:spPr>
            <a:xfrm>
              <a:off x="4154310" y="1752270"/>
              <a:ext cx="2993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solidFill>
                    <a:schemeClr val="bg2">
                      <a:lumMod val="50000"/>
                    </a:schemeClr>
                  </a:solidFill>
                </a:rPr>
                <a:t>[Super short summary about this post]</a:t>
              </a:r>
              <a:endParaRPr lang="en-GB" sz="1400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BDFFCDB-BC63-024D-918A-C93CA3C0832B}"/>
              </a:ext>
            </a:extLst>
          </p:cNvPr>
          <p:cNvGrpSpPr/>
          <p:nvPr/>
        </p:nvGrpSpPr>
        <p:grpSpPr>
          <a:xfrm>
            <a:off x="1362753" y="4584912"/>
            <a:ext cx="3928534" cy="1074601"/>
            <a:chOff x="4131732" y="1240844"/>
            <a:chExt cx="3928534" cy="1074601"/>
          </a:xfrm>
        </p:grpSpPr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53A7263A-94E7-41EA-F146-3D5501BF96B0}"/>
                </a:ext>
              </a:extLst>
            </p:cNvPr>
            <p:cNvSpPr/>
            <p:nvPr/>
          </p:nvSpPr>
          <p:spPr>
            <a:xfrm>
              <a:off x="4131732" y="1240844"/>
              <a:ext cx="3928534" cy="107460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444D454-FE42-CB2C-FC8E-17D8168A8B9D}"/>
                </a:ext>
              </a:extLst>
            </p:cNvPr>
            <p:cNvSpPr txBox="1"/>
            <p:nvPr/>
          </p:nvSpPr>
          <p:spPr>
            <a:xfrm>
              <a:off x="4154310" y="1268592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DD/MM/YYYY   </a:t>
              </a:r>
              <a:r>
                <a:rPr lang="en-SG" sz="1400" dirty="0" err="1"/>
                <a:t>hh:mm:ss</a:t>
              </a:r>
              <a:endParaRPr lang="en-GB" sz="1400" dirty="0"/>
            </a:p>
          </p:txBody>
        </p:sp>
        <p:pic>
          <p:nvPicPr>
            <p:cNvPr id="121" name="Graphic 120" descr="Image with solid fill">
              <a:extLst>
                <a:ext uri="{FF2B5EF4-FFF2-40B4-BE49-F238E27FC236}">
                  <a16:creationId xmlns:a16="http://schemas.microsoft.com/office/drawing/2014/main" id="{D22DC37C-A50E-6432-E253-5C6001AD38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47312" y="1288370"/>
              <a:ext cx="791439" cy="791439"/>
            </a:xfrm>
            <a:prstGeom prst="rect">
              <a:avLst/>
            </a:prstGeom>
          </p:spPr>
        </p:pic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7D90E1E-864F-846E-1B17-00795FA7ECFD}"/>
                </a:ext>
              </a:extLst>
            </p:cNvPr>
            <p:cNvSpPr txBox="1"/>
            <p:nvPr/>
          </p:nvSpPr>
          <p:spPr>
            <a:xfrm>
              <a:off x="4156123" y="1483585"/>
              <a:ext cx="2834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C000"/>
                  </a:solidFill>
                </a:rPr>
                <a:t>Quarantined </a:t>
              </a:r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bg2">
                      <a:lumMod val="75000"/>
                    </a:schemeClr>
                  </a:solidFill>
                </a:rPr>
                <a:t>mm:ss</a:t>
              </a:r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 left</a:t>
              </a:r>
              <a:endParaRPr lang="en-GB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1C3C39F-75C0-CA4B-8952-8E8EAA280FF9}"/>
                </a:ext>
              </a:extLst>
            </p:cNvPr>
            <p:cNvSpPr txBox="1"/>
            <p:nvPr/>
          </p:nvSpPr>
          <p:spPr>
            <a:xfrm>
              <a:off x="4154310" y="1752270"/>
              <a:ext cx="2993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solidFill>
                    <a:schemeClr val="bg2">
                      <a:lumMod val="50000"/>
                    </a:schemeClr>
                  </a:solidFill>
                </a:rPr>
                <a:t>[Super short summary about this post]</a:t>
              </a:r>
              <a:endParaRPr lang="en-GB" sz="1400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AA27246E-902A-D759-DF89-0BFABD2181FE}"/>
              </a:ext>
            </a:extLst>
          </p:cNvPr>
          <p:cNvSpPr/>
          <p:nvPr/>
        </p:nvSpPr>
        <p:spPr>
          <a:xfrm>
            <a:off x="1126114" y="93133"/>
            <a:ext cx="4425245" cy="6671733"/>
          </a:xfrm>
          <a:prstGeom prst="roundRect">
            <a:avLst>
              <a:gd name="adj" fmla="val 11055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42D10BD-A9ED-3DD8-3919-DB6EC5ECE06F}"/>
              </a:ext>
            </a:extLst>
          </p:cNvPr>
          <p:cNvSpPr txBox="1"/>
          <p:nvPr/>
        </p:nvSpPr>
        <p:spPr>
          <a:xfrm>
            <a:off x="1340175" y="268952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☰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CB853A5-18DD-2847-BFDB-F504C951A14E}"/>
              </a:ext>
            </a:extLst>
          </p:cNvPr>
          <p:cNvSpPr txBox="1"/>
          <p:nvPr/>
        </p:nvSpPr>
        <p:spPr>
          <a:xfrm>
            <a:off x="1999845" y="1303845"/>
            <a:ext cx="2660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Auto-delete after 3 months: [On / Off]</a:t>
            </a:r>
            <a:endParaRPr lang="en-GB" sz="1400" i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30" name="Graphic 129" descr="Rubbish outline">
            <a:extLst>
              <a:ext uri="{FF2B5EF4-FFF2-40B4-BE49-F238E27FC236}">
                <a16:creationId xmlns:a16="http://schemas.microsoft.com/office/drawing/2014/main" id="{AC61246B-8E8C-7477-4394-54830784B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4826" y="1664521"/>
            <a:ext cx="220268" cy="220268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1A08769A-0C71-351F-9899-F187DA9ED922}"/>
              </a:ext>
            </a:extLst>
          </p:cNvPr>
          <p:cNvSpPr txBox="1"/>
          <p:nvPr/>
        </p:nvSpPr>
        <p:spPr>
          <a:xfrm>
            <a:off x="8423008" y="251177"/>
            <a:ext cx="94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History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5FC04A7-2BE3-56E8-EF59-152F6CF4532C}"/>
              </a:ext>
            </a:extLst>
          </p:cNvPr>
          <p:cNvSpPr txBox="1"/>
          <p:nvPr/>
        </p:nvSpPr>
        <p:spPr>
          <a:xfrm>
            <a:off x="6921065" y="778553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All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5CB882F-0E23-6900-AC8C-7D769C80BF81}"/>
              </a:ext>
            </a:extLst>
          </p:cNvPr>
          <p:cNvSpPr txBox="1"/>
          <p:nvPr/>
        </p:nvSpPr>
        <p:spPr>
          <a:xfrm>
            <a:off x="7548027" y="778554"/>
            <a:ext cx="821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Accepted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503F67A-DF6B-F1C1-2DD9-A29A4BBC4948}"/>
              </a:ext>
            </a:extLst>
          </p:cNvPr>
          <p:cNvSpPr txBox="1"/>
          <p:nvPr/>
        </p:nvSpPr>
        <p:spPr>
          <a:xfrm>
            <a:off x="8718684" y="778554"/>
            <a:ext cx="7754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Rejected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820EE3B-EDC6-1121-E5F5-66997BA7A14C}"/>
              </a:ext>
            </a:extLst>
          </p:cNvPr>
          <p:cNvSpPr txBox="1"/>
          <p:nvPr/>
        </p:nvSpPr>
        <p:spPr>
          <a:xfrm>
            <a:off x="9834839" y="778553"/>
            <a:ext cx="1018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Quarantined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79D1B33-D88D-D2B4-017E-21B93D80650E}"/>
              </a:ext>
            </a:extLst>
          </p:cNvPr>
          <p:cNvCxnSpPr>
            <a:cxnSpLocks/>
          </p:cNvCxnSpPr>
          <p:nvPr/>
        </p:nvCxnSpPr>
        <p:spPr>
          <a:xfrm>
            <a:off x="6684426" y="709301"/>
            <a:ext cx="44252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FC10213-56DE-D308-91A9-17B40EF1FF1A}"/>
              </a:ext>
            </a:extLst>
          </p:cNvPr>
          <p:cNvCxnSpPr>
            <a:cxnSpLocks/>
          </p:cNvCxnSpPr>
          <p:nvPr/>
        </p:nvCxnSpPr>
        <p:spPr>
          <a:xfrm>
            <a:off x="6673137" y="1079053"/>
            <a:ext cx="44252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F6BDC36-F4DE-7178-9FC9-1D8A05A16381}"/>
              </a:ext>
            </a:extLst>
          </p:cNvPr>
          <p:cNvGrpSpPr/>
          <p:nvPr/>
        </p:nvGrpSpPr>
        <p:grpSpPr>
          <a:xfrm>
            <a:off x="6921065" y="1950228"/>
            <a:ext cx="3928534" cy="1074601"/>
            <a:chOff x="4131732" y="1240844"/>
            <a:chExt cx="3928534" cy="1074601"/>
          </a:xfrm>
        </p:grpSpPr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542DFAF-A889-A7E2-F694-974218D7544C}"/>
                </a:ext>
              </a:extLst>
            </p:cNvPr>
            <p:cNvSpPr/>
            <p:nvPr/>
          </p:nvSpPr>
          <p:spPr>
            <a:xfrm>
              <a:off x="4131732" y="1240844"/>
              <a:ext cx="3928534" cy="107460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DB4E136-01EE-70B0-B6F5-56F3FEED599C}"/>
                </a:ext>
              </a:extLst>
            </p:cNvPr>
            <p:cNvSpPr txBox="1"/>
            <p:nvPr/>
          </p:nvSpPr>
          <p:spPr>
            <a:xfrm>
              <a:off x="4154310" y="1268592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DD/MM/YYYY   </a:t>
              </a:r>
              <a:r>
                <a:rPr lang="en-SG" sz="1400" dirty="0" err="1"/>
                <a:t>hh:mm:ss</a:t>
              </a:r>
              <a:endParaRPr lang="en-GB" sz="1400" dirty="0"/>
            </a:p>
          </p:txBody>
        </p:sp>
        <p:pic>
          <p:nvPicPr>
            <p:cNvPr id="141" name="Graphic 140" descr="Image with solid fill">
              <a:extLst>
                <a:ext uri="{FF2B5EF4-FFF2-40B4-BE49-F238E27FC236}">
                  <a16:creationId xmlns:a16="http://schemas.microsoft.com/office/drawing/2014/main" id="{9528C362-B36B-A151-24CA-906E1A2110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47312" y="1288370"/>
              <a:ext cx="791439" cy="791439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E3AF4D5-4F46-7FD6-C56F-2CE38C4ED925}"/>
                </a:ext>
              </a:extLst>
            </p:cNvPr>
            <p:cNvSpPr txBox="1"/>
            <p:nvPr/>
          </p:nvSpPr>
          <p:spPr>
            <a:xfrm>
              <a:off x="4156123" y="1483585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Accepted</a:t>
              </a:r>
              <a:endParaRPr lang="en-GB" sz="1400" dirty="0">
                <a:solidFill>
                  <a:srgbClr val="00B050"/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666E26A-4A70-C09D-A9D0-4EE5903700E5}"/>
                </a:ext>
              </a:extLst>
            </p:cNvPr>
            <p:cNvSpPr txBox="1"/>
            <p:nvPr/>
          </p:nvSpPr>
          <p:spPr>
            <a:xfrm>
              <a:off x="4154310" y="1752270"/>
              <a:ext cx="2993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solidFill>
                    <a:schemeClr val="bg2">
                      <a:lumMod val="50000"/>
                    </a:schemeClr>
                  </a:solidFill>
                </a:rPr>
                <a:t>[Super short summary about this post]</a:t>
              </a:r>
              <a:endParaRPr lang="en-GB" sz="1400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B316079-3D22-7F0D-5176-0292F66FB087}"/>
              </a:ext>
            </a:extLst>
          </p:cNvPr>
          <p:cNvGrpSpPr/>
          <p:nvPr/>
        </p:nvGrpSpPr>
        <p:grpSpPr>
          <a:xfrm>
            <a:off x="6924268" y="3267570"/>
            <a:ext cx="3928534" cy="1074601"/>
            <a:chOff x="4131732" y="1240844"/>
            <a:chExt cx="3928534" cy="1074601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A7EC93BF-2385-BFF9-AE78-2142F0FFDCC9}"/>
                </a:ext>
              </a:extLst>
            </p:cNvPr>
            <p:cNvSpPr/>
            <p:nvPr/>
          </p:nvSpPr>
          <p:spPr>
            <a:xfrm>
              <a:off x="4131732" y="1240844"/>
              <a:ext cx="3928534" cy="107460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0209CC0-9CFF-1F99-9D6A-C61827152A21}"/>
                </a:ext>
              </a:extLst>
            </p:cNvPr>
            <p:cNvSpPr txBox="1"/>
            <p:nvPr/>
          </p:nvSpPr>
          <p:spPr>
            <a:xfrm>
              <a:off x="4154310" y="1268592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DD/MM/YYYY   </a:t>
              </a:r>
              <a:r>
                <a:rPr lang="en-SG" sz="1400" dirty="0" err="1"/>
                <a:t>hh:mm:ss</a:t>
              </a:r>
              <a:endParaRPr lang="en-GB" sz="1400" dirty="0"/>
            </a:p>
          </p:txBody>
        </p:sp>
        <p:pic>
          <p:nvPicPr>
            <p:cNvPr id="147" name="Graphic 146" descr="Image with solid fill">
              <a:extLst>
                <a:ext uri="{FF2B5EF4-FFF2-40B4-BE49-F238E27FC236}">
                  <a16:creationId xmlns:a16="http://schemas.microsoft.com/office/drawing/2014/main" id="{408D75CB-FC2C-0E1B-CD7F-95E73DAAFA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47312" y="1288370"/>
              <a:ext cx="791439" cy="791439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34F4980-C784-F408-79E6-AFA82B07BC85}"/>
                </a:ext>
              </a:extLst>
            </p:cNvPr>
            <p:cNvSpPr txBox="1"/>
            <p:nvPr/>
          </p:nvSpPr>
          <p:spPr>
            <a:xfrm>
              <a:off x="4156123" y="1483585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Rejected</a:t>
              </a:r>
              <a:endParaRPr lang="en-GB" sz="1400" dirty="0">
                <a:solidFill>
                  <a:srgbClr val="C00000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5698525-9A17-B956-88AA-11057F66BD4F}"/>
                </a:ext>
              </a:extLst>
            </p:cNvPr>
            <p:cNvSpPr txBox="1"/>
            <p:nvPr/>
          </p:nvSpPr>
          <p:spPr>
            <a:xfrm>
              <a:off x="4154310" y="1752270"/>
              <a:ext cx="2993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solidFill>
                    <a:schemeClr val="bg2">
                      <a:lumMod val="50000"/>
                    </a:schemeClr>
                  </a:solidFill>
                </a:rPr>
                <a:t>[Super short summary about this post]</a:t>
              </a:r>
              <a:endParaRPr lang="en-GB" sz="1400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A79E396-E761-5F8E-1D67-7D8F8C08545F}"/>
              </a:ext>
            </a:extLst>
          </p:cNvPr>
          <p:cNvGrpSpPr/>
          <p:nvPr/>
        </p:nvGrpSpPr>
        <p:grpSpPr>
          <a:xfrm>
            <a:off x="6921065" y="4584912"/>
            <a:ext cx="3928534" cy="1074601"/>
            <a:chOff x="4131732" y="1240844"/>
            <a:chExt cx="3928534" cy="1074601"/>
          </a:xfrm>
        </p:grpSpPr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3A81DCF3-DFD4-2E85-BD84-B19B978FADB3}"/>
                </a:ext>
              </a:extLst>
            </p:cNvPr>
            <p:cNvSpPr/>
            <p:nvPr/>
          </p:nvSpPr>
          <p:spPr>
            <a:xfrm>
              <a:off x="4131732" y="1240844"/>
              <a:ext cx="3928534" cy="1074601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B692DC40-3EEA-837E-3D2C-C3B8DF39E1B4}"/>
                </a:ext>
              </a:extLst>
            </p:cNvPr>
            <p:cNvSpPr txBox="1"/>
            <p:nvPr/>
          </p:nvSpPr>
          <p:spPr>
            <a:xfrm>
              <a:off x="4154310" y="1268592"/>
              <a:ext cx="2587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DD/MM/YYYY   </a:t>
              </a:r>
              <a:r>
                <a:rPr lang="en-SG" sz="1400" dirty="0" err="1"/>
                <a:t>hh:mm:ss</a:t>
              </a:r>
              <a:endParaRPr lang="en-GB" sz="1400" dirty="0"/>
            </a:p>
          </p:txBody>
        </p:sp>
        <p:pic>
          <p:nvPicPr>
            <p:cNvPr id="153" name="Graphic 152" descr="Image with solid fill">
              <a:extLst>
                <a:ext uri="{FF2B5EF4-FFF2-40B4-BE49-F238E27FC236}">
                  <a16:creationId xmlns:a16="http://schemas.microsoft.com/office/drawing/2014/main" id="{F02C1DD0-26E1-AEFB-D03D-0EABC00901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47312" y="1288370"/>
              <a:ext cx="791439" cy="791439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45FD39D6-BC9B-0F49-4B4E-ED0C672D81E4}"/>
                </a:ext>
              </a:extLst>
            </p:cNvPr>
            <p:cNvSpPr txBox="1"/>
            <p:nvPr/>
          </p:nvSpPr>
          <p:spPr>
            <a:xfrm>
              <a:off x="4156123" y="1483585"/>
              <a:ext cx="2834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C000"/>
                  </a:solidFill>
                </a:rPr>
                <a:t>Quarantined </a:t>
              </a:r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bg2">
                      <a:lumMod val="75000"/>
                    </a:schemeClr>
                  </a:solidFill>
                </a:rPr>
                <a:t>mm:ss</a:t>
              </a:r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 left</a:t>
              </a:r>
              <a:endParaRPr lang="en-GB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8AF25A1-9558-3093-D6C8-AD0D40FD1086}"/>
                </a:ext>
              </a:extLst>
            </p:cNvPr>
            <p:cNvSpPr txBox="1"/>
            <p:nvPr/>
          </p:nvSpPr>
          <p:spPr>
            <a:xfrm>
              <a:off x="4154310" y="1752270"/>
              <a:ext cx="2993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solidFill>
                    <a:schemeClr val="bg2">
                      <a:lumMod val="50000"/>
                    </a:schemeClr>
                  </a:solidFill>
                </a:rPr>
                <a:t>[Super short summary about this post]</a:t>
              </a:r>
              <a:endParaRPr lang="en-GB" sz="1400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12C00DBC-2E34-EA4C-339F-8AFF452283F0}"/>
              </a:ext>
            </a:extLst>
          </p:cNvPr>
          <p:cNvSpPr/>
          <p:nvPr/>
        </p:nvSpPr>
        <p:spPr>
          <a:xfrm>
            <a:off x="6684426" y="93133"/>
            <a:ext cx="4425245" cy="6671733"/>
          </a:xfrm>
          <a:prstGeom prst="roundRect">
            <a:avLst>
              <a:gd name="adj" fmla="val 11055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FA2650A-74D9-BB74-78B4-AA19B15B1DAA}"/>
              </a:ext>
            </a:extLst>
          </p:cNvPr>
          <p:cNvSpPr txBox="1"/>
          <p:nvPr/>
        </p:nvSpPr>
        <p:spPr>
          <a:xfrm>
            <a:off x="6898487" y="268952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☰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DB9C273-2D3C-1B65-4C1E-898DF9A3225B}"/>
              </a:ext>
            </a:extLst>
          </p:cNvPr>
          <p:cNvSpPr txBox="1"/>
          <p:nvPr/>
        </p:nvSpPr>
        <p:spPr>
          <a:xfrm>
            <a:off x="7072255" y="1652988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G" sz="1200" b="1" dirty="0">
                <a:solidFill>
                  <a:schemeClr val="bg2">
                    <a:lumMod val="50000"/>
                  </a:schemeClr>
                </a:solidFill>
              </a:rPr>
              <a:t>Select All</a:t>
            </a:r>
            <a:endParaRPr lang="en-GB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C6C2A36-5430-10D6-8CC7-F56157A60204}"/>
              </a:ext>
            </a:extLst>
          </p:cNvPr>
          <p:cNvSpPr txBox="1"/>
          <p:nvPr/>
        </p:nvSpPr>
        <p:spPr>
          <a:xfrm>
            <a:off x="6898487" y="1606429"/>
            <a:ext cx="346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</a:rPr>
              <a:t>□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EABE5AA-6CC6-E179-D4F2-34B0AB4053EC}"/>
              </a:ext>
            </a:extLst>
          </p:cNvPr>
          <p:cNvSpPr txBox="1"/>
          <p:nvPr/>
        </p:nvSpPr>
        <p:spPr>
          <a:xfrm>
            <a:off x="7558157" y="1303845"/>
            <a:ext cx="2660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Auto-delete after 3 months: [On / Off]</a:t>
            </a:r>
            <a:endParaRPr lang="en-GB" sz="14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40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157</Words>
  <Application>Microsoft Macintosh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 Jia Ying</dc:creator>
  <cp:lastModifiedBy>KAM Jia Ying</cp:lastModifiedBy>
  <cp:revision>1</cp:revision>
  <dcterms:created xsi:type="dcterms:W3CDTF">2026-07-16T13:23:30Z</dcterms:created>
  <dcterms:modified xsi:type="dcterms:W3CDTF">2026-07-17T11:34:25Z</dcterms:modified>
</cp:coreProperties>
</file>